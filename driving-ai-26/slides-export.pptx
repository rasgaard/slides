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</p:sldIdLst>
  <p:notesMasterIdLst>
    <p:notesMasterId r:id="rId78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notesMaster" Target="notesMasters/notesMaster1.xml"/><Relationship Id="rId79" Type="http://schemas.openxmlformats.org/officeDocument/2006/relationships/presProps" Target="presProps.xml"/><Relationship Id="rId80" Type="http://schemas.openxmlformats.org/officeDocument/2006/relationships/viewProps" Target="viewProps.xml"/><Relationship Id="rId81" Type="http://schemas.openxmlformats.org/officeDocument/2006/relationships/theme" Target="theme/theme1.xml"/><Relationship Id="rId8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last comment block of each slide will be treated as slide notes. It will be visible and editable in Presenter Mode along with the slide. [Read more in the docs](https://sli.dev/guide/syntax.html#notes)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another comment.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 can also sync with clicks
[click] This will be highlighted after the first click
[click] Highlighted with `count = ref(0)`
[click:3] Last click (skip two clicks)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 can also sync with clicks
[click] This will be highlighted after the first click
[click] Highlighted with `count = ref(0)`
[click:3] Last click (skip two clicks)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 can also sync with clicks
[click] This will be highlighted after the first click
[click] Highlighted with `count = ref(0)`
[click:3] Last click (skip two clicks)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 can also sync with clicks
[click] This will be highlighted after the first click
[click] Highlighted with `count = ref(0)`
[click:3] Last click (skip two clicks)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 can also sync with clicks
[click] This will be highlighted after the first click
[click] Highlighted with `count = ref(0)`
[click:3] Last click (skip two clicks)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 can also sync with clicks
[click] This will be highlighted after the first click
[click] Highlighted with `count = ref(0)`
[click:3] Last click (skip two clicks)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 with **bold**, *italic*, and ~~striked~~ text.
Also, HTML elements are valid:
&lt;div class="flex w-full"&gt;
  &lt;span style="flex-grow: 1;"&gt;Left content&lt;/span&gt;
  &lt;span&gt;Right content&lt;/span&gt;
&lt;/div&gt;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76</Slides>
  <Notes>76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7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IDA Driving AI, Model Compression</dc:title>
  <dc:subject>## Slidev Starter Template
Presentation slides for developers.
Learn more at [Sli.dev](https://sli.dev)
</dc:subject>
  <dc:creator/>
  <cp:lastModifiedBy/>
  <cp:revision>1</cp:revision>
  <dcterms:created xsi:type="dcterms:W3CDTF">2026-05-21T07:33:02Z</dcterms:created>
  <dcterms:modified xsi:type="dcterms:W3CDTF">2026-05-21T07:33:02Z</dcterms:modified>
</cp:coreProperties>
</file>